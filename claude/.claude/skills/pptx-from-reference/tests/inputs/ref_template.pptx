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参照テンプレート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サブタイトルテキスト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セクション概要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本資料では以下のスコープに限定して論じる。</a:t>
            </a:r>
          </a:p>
          <a:p>
            <a:pPr lvl="1"/>
            <a:r>
              <a:t>項目A: 概要説明</a:t>
            </a:r>
          </a:p>
          <a:p>
            <a:pPr lvl="1"/>
            <a:r>
              <a:t>項目B: 詳細分析</a:t>
            </a:r>
          </a:p>
          <a:p>
            <a:pPr lvl="1"/>
            <a:r>
              <a:t>項目C: 結論と提言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比較分析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現行手法と提案手法の比較を以下に示す。</a:t>
            </a:r>
          </a:p>
          <a:p>
            <a:pPr lvl="1"/>
            <a:r>
              <a:t>現行手法: 手動プロセス中心</a:t>
            </a:r>
          </a:p>
          <a:p>
            <a:pPr lvl="1"/>
            <a:r>
              <a:t>提案手法: 自動化パイプライン</a:t>
            </a:r>
          </a:p>
          <a:p>
            <a:pPr lvl="1"/>
            <a:r>
              <a:t>効果: 工数50%削減見込み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まとめと次のステップ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以上の分析結果を踏まえ、次フェーズに進む。</a:t>
            </a:r>
          </a:p>
          <a:p>
            <a:pPr lvl="1"/>
            <a:r>
              <a:t>フェーズ2: 詳細設計</a:t>
            </a:r>
          </a:p>
          <a:p>
            <a:pPr lvl="1"/>
            <a:r>
              <a:t>フェーズ3: 実装・テスト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